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 Black"/>
      <p:regular r:id="rId201315"/>
    </p:embeddedFont>
    <p:embeddedFont>
      <p:font typeface="Inter"/>
      <p:regular r:id="rId201316"/>
    </p:embeddedFont>
    <p:embeddedFont>
      <p:font typeface="Inter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2026-09-10T13:56:26Z</dcterms:created>
  <dcterms:modified xsi:type="dcterms:W3CDTF">2026-09-10T13:56:26Z</dcterms:modified>
</cp:coreProperties>
</file>