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circuit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0"/>
            <a:ext cx="32918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5943600"/>
            <a:ext cx="3291840" cy="1463040"/>
          </a:xfrm>
          <a:prstGeom prst="rect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97112" y="4206240"/>
            <a:ext cx="3291840" cy="146304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97112" y="2468880"/>
            <a:ext cx="3291840" cy="146304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62872" y="548640"/>
            <a:ext cx="457200" cy="45720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7" name="Shape 5"/>
          <p:cNvSpPr/>
          <p:nvPr/>
        </p:nvSpPr>
        <p:spPr>
          <a:xfrm>
            <a:off x="10177272" y="1280160"/>
            <a:ext cx="274320" cy="274320"/>
          </a:xfrm>
          <a:prstGeom prst="ellipse">
            <a:avLst/>
          </a:prstGeom>
          <a:solidFill>
            <a:srgbClr val="21C0AD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 COMPUTER ARCHITECTURE —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8412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Simulation of 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Smart Water Tank Overflow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Protection and Pump Control System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1750">
            <a:solidFill>
              <a:srgbClr val="21C0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58768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2620030640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Yanamadala Ujwal Amogh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42232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2620030642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Nannapaneni Suhas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25696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2620030644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Dheeraj Jasti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7589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2620030696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Alluri Nithish Varma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85816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 V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6309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storage tanks are used in homes, hostels, and industries to store and supply water on demand. Traditionally, tank filling is monitored manually — someone switches the pump ON and OFF by estimating the water level, which is inefficient, error-prone, and often leads to either overflow (wastage) or dry-run of the pump (motor damage).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6309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core Digital Logic Design concepts — combinational logic, latches, and sequential control — to build a Smart Water Tank system that senses discrete water levels and automatically drives the pump and an overflow alarm, simulated and verified in Logisim.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329184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9792" y="3474720"/>
            <a:ext cx="3145536" cy="2441448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79792" y="2697480"/>
            <a:ext cx="3145536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89320" y="25603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79792" y="3931920"/>
            <a:ext cx="3145536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89320" y="3794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79792" y="5074920"/>
            <a:ext cx="3145536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89320" y="4937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0" y="6080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tank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sensing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operated pump systems cannot reliably guarantee that a tank is filled to the correct level at the correct time. There is a clear need for an automatic, sensor-driven controller that switches the pump ON/OFF at defined levels and independently guards against overflow — without relying on human attention.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99008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307238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95351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33756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from forgetting to switch OFF the pump wastes a valuable resource and damages surroundings.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27889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8524" y="299008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0820" y="307238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008876" y="295351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Damage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8524" y="333756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pump on a near-empty tank causes dry-running, overheating, and premature motor failure.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68172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" y="47640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64515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502920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float-switch setups give no audible alert before an overflow actually occurs.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44805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8524" y="4681728"/>
            <a:ext cx="384048" cy="384048"/>
          </a:xfrm>
          <a:prstGeom prst="ellipse">
            <a:avLst/>
          </a:prstGeom>
          <a:solidFill>
            <a:srgbClr val="CFE8E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0820" y="47640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008876" y="4645152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Dependency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8524" y="5029200"/>
            <a:ext cx="49514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schedules depend on someone being available to observe and operate the pump switch.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1512" y="484632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25912" y="557784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digital logic circuit that senses three discrete water levels — Low, Mid, and High.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505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pump ON/OFF control using a latch (memory element) so the pump switches on at Low and off at High.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467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independent overflow-protection path that raises an alarm and force-cuts the pump if the High sensor stays active.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4281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complete circuit in Logisim and verify correctness using truth tables and timing behaviour.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13892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low-cost, reliable alternative to manual or purely mechanical float-switch systems.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/ Existing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5056632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switching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visually checks tank and toggles the pump switch.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dependent on human availability and attention.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float valve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floating ball mechanically shuts off water inflow at a fixed level.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one fixed cut-off; no low-level pump start, no alarm.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float switch + relay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float switch directly drives a relay to run the pump.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hysteresis — rapid ON/OFF chatter near the switching level.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Microcontroller-based (IoT)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Ultrasonic/pressure sensor + microcontroller with app notifications.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cost, needs firmware/software; overkill for a fixed-level tank.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CFE8E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low-cost setups lack both automatic hysteresis-based control and a dedicated, independent overflow alarm — this project addresses both using pure digital logic.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sensing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Low (L), Mid (M) and High (H) conductive probes give clean digital inputs — no analog processing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46304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5956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91756" y="166420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Latch-based hysteresis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1676" y="214884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SR latch remembers pump state, starting the pump at Low and stopping it only at High — eliminating relay chatter.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85876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overflow cut-off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combinational path forces the pump OFF and sounds a buzzer the instant the High sensor is active, regardless of latch state.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3657600"/>
            <a:ext cx="536295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7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5956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05956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1756" y="385876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simulated in Logisim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51676" y="4343400"/>
            <a:ext cx="48143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gate, latch and connection is built and verified in Logisim before being mapped to real components.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 / Block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828800"/>
            <a:ext cx="1856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Sensors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(L, M, H probes)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1828800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026664" y="1828800"/>
            <a:ext cx="1856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Conditioning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(Comparator / Buffer)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82880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5449824" y="182880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Control Logic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 Latch + Gates)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325880"/>
            <a:ext cx="2194560" cy="777240"/>
          </a:xfrm>
          <a:prstGeom prst="roundRect">
            <a:avLst>
              <a:gd name="adj" fmla="val 1058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32588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Driver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(Relay Circuit)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2194560" cy="777240"/>
          </a:xfrm>
          <a:prstGeom prst="roundRect">
            <a:avLst>
              <a:gd name="adj" fmla="val 10588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84464" y="233172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Alarm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(Buzzer + Indicator)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14600" y="2217420"/>
            <a:ext cx="457200" cy="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37760" y="2217420"/>
            <a:ext cx="457200" cy="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2217420"/>
            <a:ext cx="457200" cy="-50292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217420"/>
            <a:ext cx="457200" cy="502920"/>
          </a:xfrm>
          <a:prstGeom prst="line">
            <a:avLst/>
          </a:prstGeom>
          <a:noFill/>
          <a:ln w="22225">
            <a:solidFill>
              <a:srgbClr val="5B74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26880" y="3520440"/>
            <a:ext cx="0" cy="502920"/>
          </a:xfrm>
          <a:prstGeom prst="line">
            <a:avLst/>
          </a:prstGeom>
          <a:noFill/>
          <a:ln w="15875">
            <a:solidFill>
              <a:srgbClr val="5B74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063240" y="4023360"/>
            <a:ext cx="6263640" cy="0"/>
          </a:xfrm>
          <a:prstGeom prst="line">
            <a:avLst/>
          </a:prstGeom>
          <a:noFill/>
          <a:ln w="15875">
            <a:solidFill>
              <a:srgbClr val="5B748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063240" y="2606040"/>
            <a:ext cx="0" cy="1417320"/>
          </a:xfrm>
          <a:prstGeom prst="line">
            <a:avLst/>
          </a:prstGeom>
          <a:noFill/>
          <a:ln w="15875">
            <a:solidFill>
              <a:srgbClr val="5B7480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63240" y="35661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overflow feedback bypasses the latch for fail-safe cut-off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92040"/>
            <a:ext cx="110916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0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the three level probes are conditioned into clean digital 0/1 signals, which feed a combinational + latch-based control block. This block drives the pump relay for normal fill/stop operation, while a separate fail-safe path monitors the High-level line directly to trigger the buzzer and override the pump — ensuring overflow protection even if the latch state is stuck.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Circuit Diagram (Logisim)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pic>
        <p:nvPicPr>
          <p:cNvPr id="30" name="Circuit Diagram" descr="Logisim screenshot of the Smart Water Tank circ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23" y="1371600"/>
            <a:ext cx="7503954" cy="4754880"/>
          </a:xfrm>
          <a:prstGeom prst="rect">
            <a:avLst/>
          </a:prstGeom>
          <a:ln w="9525">
            <a:solidFill>
              <a:srgbClr val="D5E3E8"/>
            </a:solidFill>
          </a:ln>
        </p:spPr>
      </p:pic>
      <p:sp>
        <p:nvSpPr>
          <p:cNvPr id="26" name="Text 2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22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and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Operating Sequence (Logisim)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2423160"/>
        </p:xfrm>
        <a:graphic>
          <a:graphicData uri="http://schemas.openxmlformats.org/drawingml/2006/table">
            <a:tbl>
              <a:tblPr/>
              <a:tblGrid>
                <a:gridCol w="1417320"/>
                <a:gridCol w="822960"/>
                <a:gridCol w="822960"/>
                <a:gridCol w="822960"/>
                <a:gridCol w="1280160"/>
                <a:gridCol w="1280160"/>
                <a:gridCol w="39136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empty — pump starts filling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Low mark — latch holds pump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Mid mark — no change, still filling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Reached High — latch resets, alarm sounds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Latch forced stuck-set — safety path still cuts pump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CFE8E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681728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input levels sensed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7304" y="457200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CFE8EF"/>
          </a:solidFill>
          <a:ln/>
        </p:spPr>
      </p:sp>
      <p:sp>
        <p:nvSpPr>
          <p:cNvPr id="10" name="Text 7"/>
          <p:cNvSpPr/>
          <p:nvPr/>
        </p:nvSpPr>
        <p:spPr>
          <a:xfrm>
            <a:off x="4337304" y="4681728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520184" y="53949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pump-ON events during simulation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125968" y="457200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CFE8EF"/>
          </a:solidFill>
          <a:ln/>
        </p:spPr>
      </p:sp>
      <p:sp>
        <p:nvSpPr>
          <p:cNvPr id="13" name="Text 10"/>
          <p:cNvSpPr/>
          <p:nvPr/>
        </p:nvSpPr>
        <p:spPr>
          <a:xfrm>
            <a:off x="8125968" y="4681728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308848" y="5394960"/>
            <a:ext cx="3148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cut-off success across fault-injected tests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84632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5912" y="557784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1280160" cy="0"/>
          </a:xfrm>
          <a:prstGeom prst="line">
            <a:avLst/>
          </a:prstGeom>
          <a:noFill/>
          <a:ln w="38100">
            <a:solidFill>
              <a:srgbClr val="21C0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019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190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digital, latch-based controller was designed and simulated that automates pump ON/OFF switching between defined Low and High water levels.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334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fail-safe overflow path guarantees the pump is cut off and an alarm sounds even under a fault in the main control latch.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478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simulation confirmed correct behaviour across all input combinations, matching the derived truth table with zero false triggers.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645152"/>
            <a:ext cx="146304" cy="146304"/>
          </a:xfrm>
          <a:prstGeom prst="ellipse">
            <a:avLst/>
          </a:prstGeom>
          <a:solidFill>
            <a:srgbClr val="21C0A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6227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meets all stated objectives using only basic gates and a latch — a low-cost, reliable alternative to manual or purely mechanical systems.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C0A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Overflow Protection &amp; Pump Control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2026-09-12T04:29:25Z</dcterms:created>
  <dcterms:modified xsi:type="dcterms:W3CDTF">2026-09-12T04:29:25Z</dcterms:modified>
</cp:coreProperties>
</file>